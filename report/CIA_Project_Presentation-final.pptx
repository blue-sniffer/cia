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Epitec — TNSA810 — May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9144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Security Audit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Hardening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206240" y="21031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penetration testing and hardening project across 4 virtual machines, with full-stack inventory management and automated CI/CD deployment.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3566160"/>
            <a:ext cx="1005840" cy="109728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0624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0624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94960" y="3566160"/>
            <a:ext cx="1005840" cy="1097280"/>
          </a:xfrm>
          <a:prstGeom prst="rect">
            <a:avLst/>
          </a:prstGeom>
          <a:solidFill>
            <a:srgbClr val="F1F5F9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9496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566160"/>
            <a:ext cx="1005840" cy="109728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API+DB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3566160"/>
            <a:ext cx="1005840" cy="1097280"/>
          </a:xfrm>
          <a:prstGeom prst="rect">
            <a:avLst/>
          </a:prstGeom>
          <a:solidFill>
            <a:srgbClr val="F1F5F9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THE PROJECT?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were given a broken and insecure infrastructure of 4 virtual machines. Our mission was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41732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685800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exploit every vulnerability across all 4 VMs — document attack chains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023360" cy="14173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68580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9202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3212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148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vulnerabilities — kernel updates, SSH keys, service restrictions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23360" cy="14173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68580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0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full-stack inventory management system from scratch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1417320"/>
          </a:xfrm>
          <a:prstGeom prst="rect">
            <a:avLst/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0400"/>
            <a:ext cx="685800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520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3212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749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CI/CD pipeline — push code and apps deploy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PLAYGROUND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09728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Redux · nginx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109728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TypeORM · JWT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10972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32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323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5.7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10972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077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07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docker-compose · Portainer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64992"/>
            <a:ext cx="109728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383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 · Git Hooks · SSH Deploy Keys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09728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587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858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XI · Nagios Core · NSCA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15968"/>
            <a:ext cx="10972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3342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Tools: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43342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john · curl · Dirty COW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411480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46304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5087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 — Web  192.168.56.101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1810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· React · ProFTPD · SSH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19933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 — kernel 3.10.0-327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2331720"/>
            <a:ext cx="411480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331720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VM2 — Gitea  192.168.56.102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2679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 1.4.0 · MySQL · SSH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28620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 — kernel 3.10.0-327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11480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200400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246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— API+DB  192.168.56.103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547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MySQL · Nagios XI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3730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 — kernel 3.10.0-327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4069080"/>
            <a:ext cx="4114800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4069080"/>
            <a:ext cx="731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VM4 — Mgmt  192.168.56.104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92040" y="4416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· OctoberCMS · NSCA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4599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 — kernel 3.10.0-327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VM1 &amp; VM2 — FINDINGS &amp; FIXES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 — Web Server  192.168.56.101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CVE-2016-5836 Dirty COW — kernel 3.10.0-327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Kernel → 3.10.0-1160.119.1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CVE-2015-3306 ProFTPD mod_copy RCE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249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mod_copy blocked, FTP localhost only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shadow.txt exposed via /WorkInProgress/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Path blocked 403, robots.txt cleaned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272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SSH with weak password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Key-based auth, PermitRootLogin no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440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API URL localhost:3000 hardcoded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895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via Dockerfile ARG/ENV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4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" y="4224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container running as root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service-web user added to Dockerfile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VM2 — Gitea CI/CD  192.168.56.102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148132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94960" y="1481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CVE-2016-5836 Dirty COW — kernel 3.10.0-327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4960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Kernel updated to 3.10.0-1160.119.1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02996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029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SSH root:admin credentials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2249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Key-based auth, root login disabled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57860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4960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= amsosupersecret (weak)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798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Rotated to 64-char random hex key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3127248"/>
            <a:ext cx="5029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1272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949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DISABLE_GIT_HOOKS = true (blocks CI/CD)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9496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to false — CI/CD now works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67588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675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9496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creds in docker-compose.yml source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3895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Documented — credentials rotated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422452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224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94960" y="4224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 1.4.0 outdated (2018)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Documented — update recommended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VM3 &amp; VM4 — FINDINGS &amp; FIXES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— API + DB + Nagios  192.168.56.103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14400" y="1481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3306 open externally (root:root)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Restricted to 127.0.0.1:3306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9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1440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CVE-2016-5836 Dirty COW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249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Kernel updated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CVE-2018-15708 Nagios XI RCE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798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Credentials reset, documented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12724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272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1440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Nagios creds in xi-sys.cfg source file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Credentials rotated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1440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container running as root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3895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service-web user added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5029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4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" y="4224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restart policy on API container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restart: always added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F8FAFC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32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VM4 — Portainer + CMS  192.168.56.104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48132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481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94960" y="1481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CVE-2016-5836 Dirty COW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4960" y="1700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Kernel updated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029968"/>
            <a:ext cx="5029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0299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94960" y="2029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SSH root:admin credentials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0" y="2249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Key-based auth, root disabled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257860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5786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94960" y="2578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uninitialized — no admin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2798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Fresh instance, strong password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46320" y="3127248"/>
            <a:ext cx="5029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1272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3949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OctoberCMS creds in bootstrap.py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94960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Credentials rotated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3675888"/>
            <a:ext cx="5029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6758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39496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OctoberCMS crash loop (MySQL as root)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94960" y="3895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run.sh fixed, container stable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4224528"/>
            <a:ext cx="50292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224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394960" y="4224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1.23.0 outdated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Documented — update recommended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INVENTORY MANAGEMENT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2860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VM1:8080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960120"/>
            <a:ext cx="228600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VM3:3000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960120"/>
            <a:ext cx="228600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051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VM3:3306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15087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48840" y="2331720"/>
            <a:ext cx="15087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4884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14884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0" y="2331720"/>
            <a:ext cx="15087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$231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84048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2331720"/>
            <a:ext cx="15087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3212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223760" y="2331720"/>
            <a:ext cx="1508760" cy="914400"/>
          </a:xfrm>
          <a:prstGeom prst="rect">
            <a:avLst/>
          </a:prstGeom>
          <a:solidFill>
            <a:srgbClr val="F8FAFC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223760" y="239572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2376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/product — list all (public)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/product — create (ADMIN)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PATCH /product/:id — update (ADMIN)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590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DELETE /product/:id — remove (ADMIN)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Applied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authentication on all protected routes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4041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Role-based access (ADMIN vs public)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service-web non-root user in containers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590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MySQL restricted to localhost only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PIPELINE — AUTOMATED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2344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(Kali)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572768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1368" y="1005840"/>
            <a:ext cx="123444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01368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1572768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6976" y="1005840"/>
            <a:ext cx="123444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36976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post-receive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fires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71416" y="1572768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1005840"/>
            <a:ext cx="1234440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07024" y="1572768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08192" y="1005840"/>
            <a:ext cx="1234440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08192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restart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42632" y="1572768"/>
            <a:ext cx="20116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005840"/>
            <a:ext cx="123444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097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393192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 — Frontend Auto-Deploy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fetch + reset --hard → docker-compose up --build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rebuilt with latest code automatically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393192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VM3 — Backend Auto-Deploy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834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fetch + reset --hard → docker-compose up --build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rebuilt + DB migrations run automatically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Issues Fixed During Setup: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114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hooks disabled → enabled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3616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 key permissions → fixed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6085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sudo TTY error → sudoers fixed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55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disk full → 7.3GB freed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114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SSL cert error → ca-certs updated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43616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DNS in container → daemon.json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6085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git merge conflicts → reset --hard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RESULTS — PROJECT COMPLETE 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Vulnerabilities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exploited across all 4 VMs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COW · ProFTPD · MySQL · Nagios XI · Default creds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VMs Hardened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92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updated · SSH keys · Services restricted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as service-web · Passwords rotated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System Live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8928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 + MySQL — full CRUD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· Orders · Dashboard with live stats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Working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58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→ auto-deploy on VM1 and VM3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Gitea hooks · Deploy keys · docker-compose build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3756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Portainer Connected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858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 · VM3 · VM4 all managed from one dashboard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+ 4 + 6 containers monitored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83080"/>
          </a:xfrm>
          <a:prstGeom prst="rect">
            <a:avLst/>
          </a:prstGeom>
          <a:solidFill>
            <a:srgbClr val="F8FAFC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94A3B8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6364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8587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reports for VM1 · VM2 · VM3 · VM4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 · CI/CD report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 Project</dc:title>
  <dc:subject>PptxGenJS Presentation</dc:subject>
  <dc:creator>PptxGenJS</dc:creator>
  <cp:lastModifiedBy>PptxGenJS</cp:lastModifiedBy>
  <cp:revision>1</cp:revision>
  <dcterms:created xsi:type="dcterms:W3CDTF">2026-05-29T07:11:34Z</dcterms:created>
  <dcterms:modified xsi:type="dcterms:W3CDTF">2026-05-29T07:11:34Z</dcterms:modified>
</cp:coreProperties>
</file>